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3" r:id="rId6"/>
    <p:sldId id="261" r:id="rId7"/>
    <p:sldId id="266" r:id="rId8"/>
    <p:sldId id="267" r:id="rId9"/>
    <p:sldId id="268" r:id="rId10"/>
    <p:sldId id="269" r:id="rId11"/>
    <p:sldId id="262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ab Hussnain" userId="fb37b5a0d7e94968" providerId="LiveId" clId="{B96D1989-224C-48FF-9ABA-031AA4BE5C6D}"/>
    <pc:docChg chg="undo custSel addSld modSld">
      <pc:chgData name="Musab Hussnain" userId="fb37b5a0d7e94968" providerId="LiveId" clId="{B96D1989-224C-48FF-9ABA-031AA4BE5C6D}" dt="2026-01-04T11:54:06.051" v="13"/>
      <pc:docMkLst>
        <pc:docMk/>
      </pc:docMkLst>
      <pc:sldChg chg="modSp mod">
        <pc:chgData name="Musab Hussnain" userId="fb37b5a0d7e94968" providerId="LiveId" clId="{B96D1989-224C-48FF-9ABA-031AA4BE5C6D}" dt="2026-01-04T11:54:06.051" v="13"/>
        <pc:sldMkLst>
          <pc:docMk/>
          <pc:sldMk cId="2108903187" sldId="264"/>
        </pc:sldMkLst>
        <pc:spChg chg="mod">
          <ac:chgData name="Musab Hussnain" userId="fb37b5a0d7e94968" providerId="LiveId" clId="{B96D1989-224C-48FF-9ABA-031AA4BE5C6D}" dt="2026-01-04T11:54:06.051" v="13"/>
          <ac:spMkLst>
            <pc:docMk/>
            <pc:sldMk cId="2108903187" sldId="264"/>
            <ac:spMk id="20" creationId="{00000000-0000-0000-0000-000000000000}"/>
          </ac:spMkLst>
        </pc:spChg>
      </pc:sldChg>
      <pc:sldChg chg="add setBg">
        <pc:chgData name="Musab Hussnain" userId="fb37b5a0d7e94968" providerId="LiveId" clId="{B96D1989-224C-48FF-9ABA-031AA4BE5C6D}" dt="2026-01-04T07:29:17.328" v="5"/>
        <pc:sldMkLst>
          <pc:docMk/>
          <pc:sldMk cId="260245625" sldId="266"/>
        </pc:sldMkLst>
      </pc:sldChg>
      <pc:sldChg chg="add setBg">
        <pc:chgData name="Musab Hussnain" userId="fb37b5a0d7e94968" providerId="LiveId" clId="{B96D1989-224C-48FF-9ABA-031AA4BE5C6D}" dt="2026-01-04T07:29:37.964" v="6"/>
        <pc:sldMkLst>
          <pc:docMk/>
          <pc:sldMk cId="3170815365" sldId="267"/>
        </pc:sldMkLst>
      </pc:sldChg>
      <pc:sldChg chg="modSp add mod setBg">
        <pc:chgData name="Musab Hussnain" userId="fb37b5a0d7e94968" providerId="LiveId" clId="{B96D1989-224C-48FF-9ABA-031AA4BE5C6D}" dt="2026-01-04T07:30:12.383" v="9" actId="1076"/>
        <pc:sldMkLst>
          <pc:docMk/>
          <pc:sldMk cId="1174388469" sldId="268"/>
        </pc:sldMkLst>
        <pc:picChg chg="mod">
          <ac:chgData name="Musab Hussnain" userId="fb37b5a0d7e94968" providerId="LiveId" clId="{B96D1989-224C-48FF-9ABA-031AA4BE5C6D}" dt="2026-01-04T07:30:12.383" v="9" actId="1076"/>
          <ac:picMkLst>
            <pc:docMk/>
            <pc:sldMk cId="1174388469" sldId="268"/>
            <ac:picMk id="13" creationId="{00000000-0000-0000-0000-000000000000}"/>
          </ac:picMkLst>
        </pc:picChg>
      </pc:sldChg>
      <pc:sldChg chg="add setBg">
        <pc:chgData name="Musab Hussnain" userId="fb37b5a0d7e94968" providerId="LiveId" clId="{B96D1989-224C-48FF-9ABA-031AA4BE5C6D}" dt="2026-01-04T07:30:14.848" v="10"/>
        <pc:sldMkLst>
          <pc:docMk/>
          <pc:sldMk cId="766489219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62-F722-4B21-83E3-03E7D95D189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E2E30-7B2F-4749-B51A-E5B62DE20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00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62-F722-4B21-83E3-03E7D95D189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E2E30-7B2F-4749-B51A-E5B62DE20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97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62-F722-4B21-83E3-03E7D95D189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E2E30-7B2F-4749-B51A-E5B62DE20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834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62-F722-4B21-83E3-03E7D95D189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E2E30-7B2F-4749-B51A-E5B62DE20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62-F722-4B21-83E3-03E7D95D189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E2E30-7B2F-4749-B51A-E5B62DE20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283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62-F722-4B21-83E3-03E7D95D189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E2E30-7B2F-4749-B51A-E5B62DE20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75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62-F722-4B21-83E3-03E7D95D189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E2E30-7B2F-4749-B51A-E5B62DE20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39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62-F722-4B21-83E3-03E7D95D189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E2E30-7B2F-4749-B51A-E5B62DE20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903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62-F722-4B21-83E3-03E7D95D189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E2E30-7B2F-4749-B51A-E5B62DE20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49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62-F722-4B21-83E3-03E7D95D189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E2E30-7B2F-4749-B51A-E5B62DE20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79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1162-F722-4B21-83E3-03E7D95D189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E2E30-7B2F-4749-B51A-E5B62DE20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6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B1162-F722-4B21-83E3-03E7D95D189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E2E30-7B2F-4749-B51A-E5B62DE20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44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hyaanmustafa/AICT-Lab-Final-Project" TargetMode="External"/><Relationship Id="rId7" Type="http://schemas.openxmlformats.org/officeDocument/2006/relationships/hyperlink" Target="https://github.com/Musab-Hussnain/FastBite-Restaurant-Website" TargetMode="External"/><Relationship Id="rId2" Type="http://schemas.openxmlformats.org/officeDocument/2006/relationships/hyperlink" Target="https://github.com/Dawood-Mahmood/AICT-LAB-project-fastbite-restauran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usab-Hussnain/Musab-Hussnain.github.io/" TargetMode="External"/><Relationship Id="rId5" Type="http://schemas.openxmlformats.org/officeDocument/2006/relationships/hyperlink" Target="https://github.com/abdulhadi2025000/AICT-Final-Project" TargetMode="External"/><Relationship Id="rId4" Type="http://schemas.openxmlformats.org/officeDocument/2006/relationships/hyperlink" Target="https://github.com/waleed685/AICT-Lab-Project---Fastbite-Restaurant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A1235B-1DAA-0B2B-AC41-02C18838F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73572" y="0"/>
            <a:ext cx="12356674" cy="6858000"/>
          </a:xfrm>
          <a:prstGeom prst="rect">
            <a:avLst/>
          </a:prstGeom>
          <a:solidFill>
            <a:srgbClr val="000000">
              <a:alpha val="56863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AB2389-7E82-B052-14F7-ECE7BBD1577F}"/>
              </a:ext>
            </a:extLst>
          </p:cNvPr>
          <p:cNvSpPr txBox="1"/>
          <p:nvPr/>
        </p:nvSpPr>
        <p:spPr>
          <a:xfrm>
            <a:off x="1067765" y="804788"/>
            <a:ext cx="10078655" cy="519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800" b="1" u="sng" kern="100" dirty="0">
                <a:solidFill>
                  <a:schemeClr val="bg1"/>
                </a:solidFill>
                <a:effectLst/>
                <a:latin typeface="Segoe UI Variable Display" pitchFamily="2" charset="0"/>
                <a:ea typeface="Calibri" panose="020F0502020204030204" pitchFamily="34" charset="0"/>
                <a:cs typeface="Helvetica" panose="020B0604020202020204" pitchFamily="34" charset="0"/>
              </a:rPr>
              <a:t>AICT Lab Final 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5D191-BEEE-5391-3B68-D81B4E315DB7}"/>
              </a:ext>
            </a:extLst>
          </p:cNvPr>
          <p:cNvSpPr txBox="1"/>
          <p:nvPr/>
        </p:nvSpPr>
        <p:spPr>
          <a:xfrm>
            <a:off x="1067765" y="1935196"/>
            <a:ext cx="1097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Playfair Display Black" panose="00000A00000000000000" pitchFamily="2" charset="0"/>
              </a:rPr>
              <a:t>FastBite</a:t>
            </a:r>
            <a:r>
              <a:rPr lang="en-US" sz="2800" dirty="0">
                <a:solidFill>
                  <a:schemeClr val="bg1"/>
                </a:solidFill>
                <a:latin typeface="Playfair Display Black" panose="00000A00000000000000" pitchFamily="2" charset="0"/>
              </a:rPr>
              <a:t> – Web Development 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&amp;</a:t>
            </a:r>
            <a:r>
              <a:rPr lang="en-US" sz="2800" dirty="0">
                <a:solidFill>
                  <a:schemeClr val="bg1"/>
                </a:solidFill>
                <a:latin typeface="Playfair Display Black" panose="00000A00000000000000" pitchFamily="2" charset="0"/>
              </a:rPr>
              <a:t> Data Analysis Project  Showcase</a:t>
            </a:r>
            <a:endParaRPr lang="x-none" sz="2800" dirty="0">
              <a:solidFill>
                <a:schemeClr val="bg1"/>
              </a:solidFill>
              <a:latin typeface="Playfair Display Black" panose="00000A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720729"/>
            <a:ext cx="2788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Group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1" y="3521657"/>
            <a:ext cx="3509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Dawood Mahmood CS-185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10056"/>
            <a:ext cx="3721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Waleed Mahmood CS-181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9017"/>
            <a:ext cx="3721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Musab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Hussnain</a:t>
            </a:r>
            <a:r>
              <a:rPr lang="en-US" sz="2400" dirty="0">
                <a:solidFill>
                  <a:schemeClr val="bg1"/>
                </a:solidFill>
              </a:rPr>
              <a:t> CS-206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48312"/>
            <a:ext cx="3721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Abdul </a:t>
            </a:r>
            <a:r>
              <a:rPr lang="en-US" sz="2400" dirty="0" err="1">
                <a:solidFill>
                  <a:schemeClr val="bg1"/>
                </a:solidFill>
              </a:rPr>
              <a:t>Hadi</a:t>
            </a:r>
            <a:r>
              <a:rPr lang="en-US" sz="2400" dirty="0">
                <a:solidFill>
                  <a:schemeClr val="bg1"/>
                </a:solidFill>
              </a:rPr>
              <a:t> CS-218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41491"/>
            <a:ext cx="4577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Nahyaan</a:t>
            </a:r>
            <a:r>
              <a:rPr lang="en-US" sz="2400" dirty="0">
                <a:solidFill>
                  <a:schemeClr val="bg1"/>
                </a:solidFill>
              </a:rPr>
              <a:t> Ahmad Mustafa CS-205</a:t>
            </a:r>
          </a:p>
        </p:txBody>
      </p:sp>
    </p:spTree>
    <p:extLst>
      <p:ext uri="{BB962C8B-B14F-4D97-AF65-F5344CB8AC3E}">
        <p14:creationId xmlns:p14="http://schemas.microsoft.com/office/powerpoint/2010/main" val="65858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95B8A-7EB3-1325-7F20-EA38CA03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723B1FE-7EF5-7359-EB37-9ADE51209553}"/>
              </a:ext>
            </a:extLst>
          </p:cNvPr>
          <p:cNvSpPr txBox="1"/>
          <p:nvPr/>
        </p:nvSpPr>
        <p:spPr>
          <a:xfrm>
            <a:off x="4680803" y="356960"/>
            <a:ext cx="28287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Segoe UI Variable Display" pitchFamily="2" charset="0"/>
                <a:cs typeface="Helvetica" panose="020B0604020202020204" pitchFamily="34" charset="0"/>
              </a:rPr>
              <a:t>OBJECTIVES</a:t>
            </a:r>
            <a:endParaRPr lang="aa-ET" sz="3200" dirty="0">
              <a:solidFill>
                <a:schemeClr val="bg1"/>
              </a:solidFill>
              <a:effectLst/>
              <a:latin typeface="Segoe UI Variable Display" pitchFamily="2" charset="0"/>
              <a:cs typeface="Helvetica" panose="020B0604020202020204" pitchFamily="34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7274426" y="1887328"/>
            <a:ext cx="3349750" cy="3380352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Develop a functional multi-page website using HTML &amp; CSS</a:t>
            </a:r>
          </a:p>
        </p:txBody>
      </p:sp>
      <p:sp>
        <p:nvSpPr>
          <p:cNvPr id="5" name="Oval 4"/>
          <p:cNvSpPr/>
          <p:nvPr/>
        </p:nvSpPr>
        <p:spPr>
          <a:xfrm>
            <a:off x="5941624" y="1657451"/>
            <a:ext cx="4066556" cy="384010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Design an attractive easy to use User Interface</a:t>
            </a:r>
          </a:p>
        </p:txBody>
      </p:sp>
      <p:sp>
        <p:nvSpPr>
          <p:cNvPr id="8" name="Oval 7"/>
          <p:cNvSpPr/>
          <p:nvPr/>
        </p:nvSpPr>
        <p:spPr>
          <a:xfrm>
            <a:off x="5500159" y="1567731"/>
            <a:ext cx="4018703" cy="40195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Analyze Business’ mock Data using Excel </a:t>
            </a:r>
          </a:p>
        </p:txBody>
      </p:sp>
      <p:sp>
        <p:nvSpPr>
          <p:cNvPr id="11" name="Oval 10"/>
          <p:cNvSpPr/>
          <p:nvPr/>
        </p:nvSpPr>
        <p:spPr>
          <a:xfrm>
            <a:off x="4502841" y="1426371"/>
            <a:ext cx="4319782" cy="4302266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Upload source files on GitHub Repositories</a:t>
            </a:r>
          </a:p>
        </p:txBody>
      </p:sp>
      <p:sp>
        <p:nvSpPr>
          <p:cNvPr id="12" name="Oval 11"/>
          <p:cNvSpPr/>
          <p:nvPr/>
        </p:nvSpPr>
        <p:spPr>
          <a:xfrm>
            <a:off x="3505795" y="1272033"/>
            <a:ext cx="4568518" cy="45907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Make an animation video to summarize the project</a:t>
            </a:r>
          </a:p>
        </p:txBody>
      </p:sp>
      <p:sp>
        <p:nvSpPr>
          <p:cNvPr id="13" name="Oval 12"/>
          <p:cNvSpPr/>
          <p:nvPr/>
        </p:nvSpPr>
        <p:spPr>
          <a:xfrm>
            <a:off x="2186747" y="1183254"/>
            <a:ext cx="5087679" cy="505209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Make a word report covering all the steps involved in the process</a:t>
            </a:r>
          </a:p>
        </p:txBody>
      </p:sp>
    </p:spTree>
    <p:extLst>
      <p:ext uri="{BB962C8B-B14F-4D97-AF65-F5344CB8AC3E}">
        <p14:creationId xmlns:p14="http://schemas.microsoft.com/office/powerpoint/2010/main" val="2946423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5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 animBg="1"/>
      <p:bldP spid="5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95B8A-7EB3-1325-7F20-EA38CA03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1560"/>
            <a:ext cx="12192000" cy="58064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23B1FE-7EF5-7359-EB37-9ADE51209553}"/>
              </a:ext>
            </a:extLst>
          </p:cNvPr>
          <p:cNvSpPr txBox="1"/>
          <p:nvPr/>
        </p:nvSpPr>
        <p:spPr>
          <a:xfrm>
            <a:off x="4916383" y="233393"/>
            <a:ext cx="2359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Variable Display" pitchFamily="2" charset="0"/>
                <a:cs typeface="Helvetica" panose="020B0604020202020204" pitchFamily="34" charset="0"/>
              </a:rPr>
              <a:t>Home Page</a:t>
            </a:r>
            <a:endParaRPr lang="aa-E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Variable Display" pitchFamily="2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1713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95B8A-7EB3-1325-7F20-EA38CA03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1560"/>
            <a:ext cx="12192000" cy="6043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23B1FE-7EF5-7359-EB37-9ADE51209553}"/>
              </a:ext>
            </a:extLst>
          </p:cNvPr>
          <p:cNvSpPr txBox="1"/>
          <p:nvPr/>
        </p:nvSpPr>
        <p:spPr>
          <a:xfrm>
            <a:off x="4678865" y="233392"/>
            <a:ext cx="28342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Variable Display" pitchFamily="2" charset="0"/>
                <a:cs typeface="Helvetica" panose="020B0604020202020204" pitchFamily="34" charset="0"/>
              </a:rPr>
              <a:t>Products Page</a:t>
            </a:r>
            <a:endParaRPr lang="aa-E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Variable Display" pitchFamily="2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111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95B8A-7EB3-1325-7F20-EA38CA03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0339"/>
            <a:ext cx="12192000" cy="581766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23B1FE-7EF5-7359-EB37-9ADE51209553}"/>
              </a:ext>
            </a:extLst>
          </p:cNvPr>
          <p:cNvSpPr txBox="1"/>
          <p:nvPr/>
        </p:nvSpPr>
        <p:spPr>
          <a:xfrm>
            <a:off x="4678865" y="233393"/>
            <a:ext cx="28342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Variable Display" pitchFamily="2" charset="0"/>
                <a:cs typeface="Helvetica" panose="020B0604020202020204" pitchFamily="34" charset="0"/>
              </a:rPr>
              <a:t>About Us Page</a:t>
            </a:r>
            <a:endParaRPr lang="aa-E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Variable Display" pitchFamily="2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481739"/>
      </p:ext>
    </p:extLst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95B8A-7EB3-1325-7F20-EA38CA03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23B1FE-7EF5-7359-EB37-9ADE51209553}"/>
              </a:ext>
            </a:extLst>
          </p:cNvPr>
          <p:cNvSpPr txBox="1"/>
          <p:nvPr/>
        </p:nvSpPr>
        <p:spPr>
          <a:xfrm>
            <a:off x="4747445" y="233392"/>
            <a:ext cx="26971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Variable Display" pitchFamily="2" charset="0"/>
                <a:cs typeface="Helvetica" panose="020B0604020202020204" pitchFamily="34" charset="0"/>
              </a:rPr>
              <a:t>Contact Page</a:t>
            </a:r>
            <a:endParaRPr lang="aa-E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Variable Display" pitchFamily="2" charset="0"/>
              <a:cs typeface="Helvetica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1560"/>
            <a:ext cx="12192000" cy="585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1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95B8A-7EB3-1325-7F20-EA38CA03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85" r="25440"/>
          <a:stretch/>
        </p:blipFill>
        <p:spPr>
          <a:xfrm>
            <a:off x="125741" y="673099"/>
            <a:ext cx="12028159" cy="5984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41" y="1913522"/>
            <a:ext cx="2936525" cy="408691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538" y="1625265"/>
            <a:ext cx="2935224" cy="41801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234" y="1608387"/>
            <a:ext cx="3056793" cy="407572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027" y="1307327"/>
            <a:ext cx="3167873" cy="43778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41" y="222575"/>
            <a:ext cx="3125459" cy="62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456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95B8A-7EB3-1325-7F20-EA38CA03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85" r="25440"/>
          <a:stretch/>
        </p:blipFill>
        <p:spPr>
          <a:xfrm>
            <a:off x="125741" y="673099"/>
            <a:ext cx="12028159" cy="5984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77" y="2185963"/>
            <a:ext cx="2936525" cy="394843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198" y="1756293"/>
            <a:ext cx="2935224" cy="402574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427" y="1403929"/>
            <a:ext cx="3001600" cy="418754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831" y="1213652"/>
            <a:ext cx="3164169" cy="43778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77" y="353491"/>
            <a:ext cx="3399571" cy="57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153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95B8A-7EB3-1325-7F20-EA38CA03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85" r="25440"/>
          <a:stretch/>
        </p:blipFill>
        <p:spPr>
          <a:xfrm>
            <a:off x="125741" y="673099"/>
            <a:ext cx="12028159" cy="5984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77" y="2247907"/>
            <a:ext cx="2936525" cy="382454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716" y="2000966"/>
            <a:ext cx="2935224" cy="380976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427" y="1685677"/>
            <a:ext cx="3001600" cy="384611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027" y="1271586"/>
            <a:ext cx="3164169" cy="401152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29" y="259008"/>
            <a:ext cx="3373871" cy="61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884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95B8A-7EB3-1325-7F20-EA38CA03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85" r="25440"/>
          <a:stretch/>
        </p:blipFill>
        <p:spPr>
          <a:xfrm>
            <a:off x="125741" y="673099"/>
            <a:ext cx="12028159" cy="5984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77" y="2393202"/>
            <a:ext cx="2936525" cy="35339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716" y="2150764"/>
            <a:ext cx="2935224" cy="351016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427" y="1777251"/>
            <a:ext cx="3001600" cy="366297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731" y="1511346"/>
            <a:ext cx="3164169" cy="38697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77" y="259008"/>
            <a:ext cx="2898199" cy="61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892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95B8A-7EB3-1325-7F20-EA38CA03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23B1FE-7EF5-7359-EB37-9ADE51209553}"/>
              </a:ext>
            </a:extLst>
          </p:cNvPr>
          <p:cNvSpPr txBox="1"/>
          <p:nvPr/>
        </p:nvSpPr>
        <p:spPr>
          <a:xfrm>
            <a:off x="3520532" y="233392"/>
            <a:ext cx="51509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Variable Display" pitchFamily="2" charset="0"/>
                <a:cs typeface="Helvetica" panose="020B0604020202020204" pitchFamily="34" charset="0"/>
              </a:rPr>
              <a:t>Chart Instances from Excel</a:t>
            </a:r>
            <a:endParaRPr lang="aa-E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Variable Display" pitchFamily="2" charset="0"/>
              <a:cs typeface="Helvetica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25" y="1284952"/>
            <a:ext cx="4911660" cy="224202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781" y="1210411"/>
            <a:ext cx="5544324" cy="23911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679" y="3834912"/>
            <a:ext cx="6069549" cy="266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1361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95B8A-7EB3-1325-7F20-EA38CA03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23B1FE-7EF5-7359-EB37-9ADE51209553}"/>
              </a:ext>
            </a:extLst>
          </p:cNvPr>
          <p:cNvSpPr txBox="1"/>
          <p:nvPr/>
        </p:nvSpPr>
        <p:spPr>
          <a:xfrm>
            <a:off x="3842325" y="320479"/>
            <a:ext cx="46775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 Variable Display" pitchFamily="2" charset="0"/>
                <a:cs typeface="Helvetica" panose="020B0604020202020204" pitchFamily="34" charset="0"/>
              </a:rPr>
              <a:t>GitHub Repository Links</a:t>
            </a:r>
            <a:endParaRPr lang="aa-ET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UI Variable Display" pitchFamily="2" charset="0"/>
              <a:cs typeface="Helvetica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2006" y="1225733"/>
            <a:ext cx="3140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Dawood Mahmood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453" y="2241735"/>
            <a:ext cx="3721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Waleed Mahmood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233" y="3347566"/>
            <a:ext cx="3721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Abdul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Hadi</a:t>
            </a: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3233" y="4389849"/>
            <a:ext cx="3721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Musab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Hussnain</a:t>
            </a: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3233" y="5476866"/>
            <a:ext cx="4577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Nahyaan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Ahmad Mustafa</a:t>
            </a:r>
          </a:p>
        </p:txBody>
      </p:sp>
      <p:sp>
        <p:nvSpPr>
          <p:cNvPr id="20" name="TextBox 19">
            <a:hlinkClick r:id="rId2"/>
          </p:cNvPr>
          <p:cNvSpPr txBox="1"/>
          <p:nvPr/>
        </p:nvSpPr>
        <p:spPr>
          <a:xfrm>
            <a:off x="733233" y="1765508"/>
            <a:ext cx="11373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3"/>
              </a:rPr>
              <a:t>Link</a:t>
            </a:r>
            <a:endParaRPr lang="en-US" sz="2800" dirty="0"/>
          </a:p>
        </p:txBody>
      </p:sp>
      <p:sp>
        <p:nvSpPr>
          <p:cNvPr id="21" name="TextBox 20">
            <a:hlinkClick r:id="rId3" tooltip="Link"/>
          </p:cNvPr>
          <p:cNvSpPr txBox="1"/>
          <p:nvPr/>
        </p:nvSpPr>
        <p:spPr>
          <a:xfrm>
            <a:off x="733233" y="2792605"/>
            <a:ext cx="11373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4"/>
              </a:rPr>
              <a:t>Link</a:t>
            </a:r>
            <a:endParaRPr lang="en-US" sz="2800" dirty="0"/>
          </a:p>
        </p:txBody>
      </p:sp>
      <p:sp>
        <p:nvSpPr>
          <p:cNvPr id="22" name="TextBox 21">
            <a:hlinkClick r:id="rId3"/>
          </p:cNvPr>
          <p:cNvSpPr txBox="1"/>
          <p:nvPr/>
        </p:nvSpPr>
        <p:spPr>
          <a:xfrm>
            <a:off x="733233" y="3816274"/>
            <a:ext cx="11373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5"/>
              </a:rPr>
              <a:t>Link</a:t>
            </a:r>
            <a:endParaRPr lang="en-US" sz="2800" dirty="0"/>
          </a:p>
        </p:txBody>
      </p:sp>
      <p:sp>
        <p:nvSpPr>
          <p:cNvPr id="23" name="TextBox 22">
            <a:hlinkClick r:id="rId6"/>
          </p:cNvPr>
          <p:cNvSpPr txBox="1"/>
          <p:nvPr/>
        </p:nvSpPr>
        <p:spPr>
          <a:xfrm>
            <a:off x="733233" y="4903291"/>
            <a:ext cx="11373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7"/>
              </a:rPr>
              <a:t>Link</a:t>
            </a:r>
            <a:endParaRPr lang="en-US" sz="2800" dirty="0"/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733233" y="6098348"/>
            <a:ext cx="11373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3"/>
              </a:rPr>
              <a:t>Link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0890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/>
      <p:bldP spid="15" grpId="0"/>
      <p:bldP spid="17" grpId="0"/>
      <p:bldP spid="18" grpId="0"/>
      <p:bldP spid="20" grpId="0"/>
      <p:bldP spid="21" grpId="0"/>
      <p:bldP spid="22" grpId="0"/>
      <p:bldP spid="23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95B8A-7EB3-1325-7F20-EA38CA03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85029" y="2452912"/>
            <a:ext cx="75909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294418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116</Words>
  <Application>Microsoft Office PowerPoint</Application>
  <PresentationFormat>Widescreen</PresentationFormat>
  <Paragraphs>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Helvetica</vt:lpstr>
      <vt:lpstr>Playfair Display Black</vt:lpstr>
      <vt:lpstr>Segoe UI Variable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TIMES COMPUTERS</dc:creator>
  <cp:lastModifiedBy>Musab Hussnain</cp:lastModifiedBy>
  <cp:revision>86</cp:revision>
  <dcterms:created xsi:type="dcterms:W3CDTF">2026-01-01T05:12:12Z</dcterms:created>
  <dcterms:modified xsi:type="dcterms:W3CDTF">2026-01-04T11:56:02Z</dcterms:modified>
</cp:coreProperties>
</file>